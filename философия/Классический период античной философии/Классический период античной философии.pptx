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B91BA-F8BB-964F-6CCC-C59FD6E51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7550BC-F18F-29E7-AE7D-D4C66DBA1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5BDFA9-B59C-F2EC-80C1-5A10DA9E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8520BA-6489-39A6-37E1-42571DC9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1CE456-9A4F-E760-AC5A-29CD04D4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928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84030-D53C-F028-735B-4F979F42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1A4987-1D0E-0F5C-DD15-A62A9A376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6C1547-9FDD-1FA1-2DA0-F8372FE95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3D7D50-F973-A4D6-343F-C7D10B2D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ADC70F-CD43-6D3A-0847-5D216425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28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14604D-651B-B9A2-FDCD-4E51198E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7F32B1-1A76-3158-7B20-61218A013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064E4A-57EE-7555-902B-B6D9DF41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4FA9B2-32E3-FF52-2567-125A6C3E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FB3BD6-DFAA-F889-4CF5-3BB5C7C2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05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D0F72-55C0-4DDA-78B7-C4F34736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A95034-9D33-E182-7E9B-4D4A50855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862416-F885-F895-EC1C-3A4FA1A18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C06F03-4964-4BCB-64FC-47DDF0D5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4FB2AB-CEC7-AD05-D43E-DC5C4CC0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553CB2-1985-B82D-F5D0-27776637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825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CA681-8622-1356-08E9-46BFD0A3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521670-46CD-DF05-4CED-8CD6874C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2827C8-1951-1E6B-19A2-56CF4013C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14A04C-EA4D-17A3-A7A6-FEF2FA719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4231A7-A031-46D3-78BF-BA78C915E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FBC62A0-9FC3-BA74-6B9E-DA326FC97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A40CE12-C7C6-C392-26D4-AD906431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5EB121-0DCD-69FE-41A1-EB0FCF1D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34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C3B44-03E5-F04D-0F7D-859FA2A8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A96EB7-CE0D-C3BF-87A8-49629A77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946355-9A9E-B782-8B21-3350CBFF9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10B4C0-6C72-4B1A-782D-02D99528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50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6B6E5DE-BD69-9FC8-06ED-93F65790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64B09D-0C2F-9C70-A844-414B7D22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BF0DC0-0B79-A793-3167-06B63027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20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498E4-861D-ECEA-ECE2-7BC15D853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1FAA9E-D4DA-A98C-4517-675A9FEB4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5077D4-7473-D3A3-04EE-16E12EEA8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6A9D78-74AD-06D3-0A9D-270620F0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F67256-1294-8B6D-0A79-8B4745AC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8AFA44-C429-A634-DC6B-EDDF5C72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740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AF080-86E9-7C3B-93B2-C43EFDE35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E11437-09E7-0A3E-6989-BBC809FBD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F89A33-CF68-7834-0911-22B231531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5114AA-FE49-9109-34B1-7DDB1AD8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843CFE-49F9-34CD-2D99-9D6E2C99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48A452-6F86-1910-DEEE-C69FA38A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721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A59E4-4CDF-7DF4-AC46-6968C0C4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37675F-D90F-EFA0-06DC-6D5F729C1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614177-0BB0-F74B-F7FF-567E961A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DC777A-F7FD-5311-F86A-8F04F96E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D6CAF-70A7-7281-D66E-ACE7208F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895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B6C1C79-D899-EEAC-BF01-31AE2CFC1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3B7136-2EFA-2C97-AB08-A3236956E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DAC496-A266-F8F6-1BD3-9213607A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85BE21-3F2B-B66C-54B8-C32612E3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C0280C-AFB4-6AC7-2FD8-4BBDB355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59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E668B-E03C-196B-F536-2C65700E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34107D-A881-43B7-0AB7-43C9191A6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D8FEB6-E82D-AAC1-24CE-D80785AA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14B45-4D1F-4F52-A26B-4AA8FBF2A2BC}" type="datetimeFigureOut">
              <a:rPr lang="de-DE" smtClean="0"/>
              <a:t>25.09.2023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CE0752-3F3F-7E98-943C-0B739AC7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6BC30D-2D9D-9A7D-E9BB-EA052C23E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67052-1B13-4774-BE6B-D85D9EAE2AC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73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Скульптура заголовка">
            <a:extLst>
              <a:ext uri="{FF2B5EF4-FFF2-40B4-BE49-F238E27FC236}">
                <a16:creationId xmlns:a16="http://schemas.microsoft.com/office/drawing/2014/main" id="{1307620E-DDAF-DB2C-4295-CC66018EF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82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55E4EC-C59D-C03A-A38C-6BF883AD7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ru-RU" sz="4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Классический период античной философии</a:t>
            </a:r>
            <a:br>
              <a:rPr lang="ru-RU" sz="4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4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4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Сократ, Платон, Аристотель.</a:t>
            </a:r>
            <a:endParaRPr lang="de-DE" sz="4000"/>
          </a:p>
        </p:txBody>
      </p:sp>
    </p:spTree>
    <p:extLst>
      <p:ext uri="{BB962C8B-B14F-4D97-AF65-F5344CB8AC3E}">
        <p14:creationId xmlns:p14="http://schemas.microsoft.com/office/powerpoint/2010/main" val="84782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2" name="Rectangle 3091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Изображение выглядит как одежда, картина, искусство, человек&#10;&#10;Автоматически созданное описание">
            <a:extLst>
              <a:ext uri="{FF2B5EF4-FFF2-40B4-BE49-F238E27FC236}">
                <a16:creationId xmlns:a16="http://schemas.microsoft.com/office/drawing/2014/main" id="{59FBD956-2798-0735-A269-1ABF52B5E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4" name="Rectangle 309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5C7DD-8E0E-23D0-120D-9317988D2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Классический период античной философии</a:t>
            </a:r>
          </a:p>
        </p:txBody>
      </p:sp>
    </p:spTree>
    <p:extLst>
      <p:ext uri="{BB962C8B-B14F-4D97-AF65-F5344CB8AC3E}">
        <p14:creationId xmlns:p14="http://schemas.microsoft.com/office/powerpoint/2010/main" val="2474856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Изображение выглядит как на открытом воздухе, небо, облако, памятник&#10;&#10;Автоматически созданное описание">
            <a:extLst>
              <a:ext uri="{FF2B5EF4-FFF2-40B4-BE49-F238E27FC236}">
                <a16:creationId xmlns:a16="http://schemas.microsoft.com/office/drawing/2014/main" id="{A4655F1C-4866-F67F-F294-9A5A21D93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5" r="-1" b="-1"/>
          <a:stretch/>
        </p:blipFill>
        <p:spPr bwMode="auto"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59574-D3C0-C29B-2725-28D525257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/>
          </a:bodyPr>
          <a:lstStyle/>
          <a:p>
            <a:r>
              <a:rPr lang="ru-RU" sz="2800"/>
              <a:t>Сократ(469 – 399 г.г. до н. э.) </a:t>
            </a:r>
            <a:endParaRPr lang="de-DE" sz="28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9B7242-2FD8-EFF8-8461-BEB146556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17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читается знаковой фигурой, ибо его учение явилось поворотным пунктом в развитии древнегреческой философии, ознаменовав собой переход от натурфилософских и космологических проблем к антропологическим. В связи с этим принято говорить о сократическом или об антропологическом повороте в античной философии.</a:t>
            </a:r>
            <a:endParaRPr lang="de-DE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sz="1700" dirty="0"/>
          </a:p>
        </p:txBody>
      </p:sp>
    </p:spTree>
    <p:extLst>
      <p:ext uri="{BB962C8B-B14F-4D97-AF65-F5344CB8AC3E}">
        <p14:creationId xmlns:p14="http://schemas.microsoft.com/office/powerpoint/2010/main" val="4670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D8BC282-ED13-BFCD-AA40-45E9F36C68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" r="2886"/>
          <a:stretch/>
        </p:blipFill>
        <p:spPr bwMode="auto">
          <a:xfrm>
            <a:off x="20" y="431"/>
            <a:ext cx="8115280" cy="640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F198FDCB-C55C-891D-01BF-E33169C8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2723" y="604300"/>
            <a:ext cx="3538331" cy="538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kern="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Политические убеждения Сократа основывались на том, что власть в государстве должна принадлежать «лучшим», то есть образованным, высоконравственным, справедливым гражданам. Исходя из этого, он резко критиковал недостатки современной ему афинской демократии, полагая, что «демос» (греч. – народ) – это, по сути, толпа, а толпа эффективно управлять страной не может.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59302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AFC3565-1589-0038-CC7D-58FCF9328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204"/>
          <a:stretch/>
        </p:blipFill>
        <p:spPr bwMode="auto">
          <a:xfrm>
            <a:off x="20" y="10"/>
            <a:ext cx="739024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EACCF25-7988-5E09-CDDD-F8E5125D3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3992" y="914400"/>
            <a:ext cx="4317476" cy="551468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600" kern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 эти и другие высказывания, за религиозное вольнодумство Сократ был привлечен к суду по обвинению в неуважительном отношении к афинским богам и идейному растлению юношей, которых он будто бы учил не чтить богов и афинские традиции. Из сочинения Платона «Апология Сократа» следует, что в своей речи на суде Сократ отверг все обвинения и назвал себя человеком, который «приставлен к городу как овод к лошади, большой и благородной, но обленившейся от тучности и нуждающейся в том, чтобы ее подгоняли». Будучи приговорен к смерти, Сократ принципиально отказался спастись бегством, добровольно приняв чашу с ядом. В памяти своих учеников и философов последующих поколений Сократ сохранился как независимый, честный мыслитель, для которого смыслом жизни был поиск истины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60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06D3577-9757-B4A6-5B11-1A513EA024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" r="5566" b="-1"/>
          <a:stretch/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1" name="Rectangle 820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49E0F-6287-704A-3B8F-A8868061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4000" dirty="0"/>
              <a:t>Платон</a:t>
            </a:r>
            <a:br>
              <a:rPr lang="ru-RU" sz="4000" dirty="0"/>
            </a:br>
            <a:r>
              <a:rPr lang="ru-RU" sz="4000" dirty="0"/>
              <a:t>(427 – 347 гг. до н. э.)</a:t>
            </a:r>
            <a:endParaRPr lang="de-DE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51EF2C-6378-48CD-9635-F3954CA0C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Наряду со своим учителем Сократом и учеником Аристотелем, считается вершиной древнегреческой классической философии. Философия Платона – первая в европейской традиции попытка создания целостной философской системы: его учение включает онтологию, гносеологию, учение о человеке и обществе, этику, эстетику, теологию.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58934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86F83B85-02B5-2121-AFC5-3C8E010B7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1" r="32140"/>
          <a:stretch/>
        </p:blipFill>
        <p:spPr bwMode="auto"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363F078-A4C2-5E8E-4D56-F612A0C2F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4195" y="356135"/>
            <a:ext cx="4486014" cy="591876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Платон трактовал действительность с позиций объективного идеализма. Он полагал, что каждому классу предметов и явлений предшествует их нематериальный прообраз – идея (идея растения, идея человека, идея дома и т.п.). Идея – это сущность вещи, то общее, что присуще всем предметам этого класса. Если вещи преходящи, изменчивы и несовершенны, то их сущность вечна, неизменна и абсолютна. Следовательно, истинным бытием является не материальный, чувственно воспринимаемый «мир вещей», а их невидимая, нематериальная, умопостигаемая сущность – «мир идей». «Мир идей» (то есть духовная реальность), по мнению Платона, первичен по отношению к материальному «миру вещей» и является причиной его существования.</a:t>
            </a:r>
            <a:endParaRPr lang="de-DE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84447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405F6-9E3B-8490-C456-543270680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731520"/>
            <a:ext cx="5180245" cy="5397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Изучению человеческой души Платон придавал особое значение, считая, что именно душа является сущностью человека, обусловливая его познавательные способности, таланты, </a:t>
            </a:r>
            <a:r>
              <a:rPr lang="ru-RU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смысложизненные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ценности. Так, люди, которым достались «любознательные» души, активно воспринимавшие в «мире идей» сущности различных явлений, смогут больше «вспомнить» и, следовательно, лучше понять происходящее в «мире вещей». Напротив, обладатели «ленивых» душ, обречены на примитивные, поверхностные знания о мире. Платон признавал трехчастную структуру души, выделяя в ней «разумную» часть (интеллектуальное начало), «страждущую» (волевое начало) и «вожделеющую» (низменное начало). У каждого человека главенствует одна из частей, предопределяя, тем самым, специфику его личности.</a:t>
            </a:r>
            <a:endParaRPr lang="de-DE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de-DE" sz="16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011AC14-3376-72FB-DCD3-7DCF2EDE42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" r="2" b="2"/>
          <a:stretch/>
        </p:blipFill>
        <p:spPr bwMode="auto">
          <a:xfrm>
            <a:off x="6182944" y="557189"/>
            <a:ext cx="5170852" cy="557189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04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5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276" name="Rectangle 11272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E863830-FC2B-76EB-6F57-D2C9B80BC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2" b="9563"/>
          <a:stretch/>
        </p:blipFill>
        <p:spPr bwMode="auto">
          <a:xfrm>
            <a:off x="-1" y="-2"/>
            <a:ext cx="6096001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2F0FA17-852D-C4A1-BABA-00C1EBC5A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673769"/>
            <a:ext cx="4156512" cy="55663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Критикуя реальные, существующие в греческих полисах типы государственного устройства (феномены «мира вещей»), Платон впервые разработал модель идеального государства, в котором нет частной собственности. Он считал, что собственность делит любое государство на два: «государство бедных» и «государство богатых». Таким обществом трудно управлять, поскольку невозможно установить единую систему законов, налогообложения и пр., которая была бы справедлива как для богатых, так и для бедных. Кроме того, идеальное государство должно состоять из трех сословий в соответствии с трехчастной структурой души и тремя типами человеческих личностей. Высшее сословие, управляющее государством – ученые, философы; среднее сословие – воины; низшее сословие – крестьяне и ремесленники, производители материальных благ.</a:t>
            </a:r>
            <a:endParaRPr lang="de-DE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35962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CBC7F-3F76-F3E6-D493-0ECB4570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ru-RU" sz="4000"/>
              <a:t>Аристотель (384 – 322 гг. до н. э.) </a:t>
            </a:r>
            <a:endParaRPr lang="de-DE" sz="4000"/>
          </a:p>
        </p:txBody>
      </p:sp>
      <p:pic>
        <p:nvPicPr>
          <p:cNvPr id="12290" name="Picture 2" descr="Бюст Аристотеля. Римская копия греческого бронзового оригинала (после 330 г. до н. э.). Автор оригинала — Лисипп">
            <a:extLst>
              <a:ext uri="{FF2B5EF4-FFF2-40B4-BE49-F238E27FC236}">
                <a16:creationId xmlns:a16="http://schemas.microsoft.com/office/drawing/2014/main" id="{FA830935-0CDB-F72D-647B-3054E13B43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7" r="6284" b="2"/>
          <a:stretch/>
        </p:blipFill>
        <p:spPr bwMode="auto">
          <a:xfrm>
            <a:off x="1" y="10"/>
            <a:ext cx="4196496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4A65E05-44E2-4CF6-5A03-4B6CD73D6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У</a:t>
            </a:r>
            <a:r>
              <a:rPr lang="ru-RU" sz="2200" kern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ченик и сотрудник платоновской Академии, воспитатель Александра Македонского, философ-энциклопедист, создатель первого систематизированного всеохватывающего философского учения, автор многочисленных научных и философских трактатов («Метафизика», «О небе», «О душе», «Органон», «Политика» и др.), основатель школы перипатетиков в Афинах, в роще Аполлона </a:t>
            </a:r>
            <a:r>
              <a:rPr lang="ru-RU" sz="2200" kern="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Ликейского</a:t>
            </a:r>
            <a:r>
              <a:rPr lang="ru-RU" sz="2200" kern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de-DE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4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40317F-50CB-7063-1F9F-D31DB1B36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329" y="1316596"/>
            <a:ext cx="6714744" cy="4224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kern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Аристотель подверг критике учение Платона о «мире идей»</a:t>
            </a:r>
            <a:r>
              <a:rPr lang="ru-RU" sz="2400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Утверждая, что сущность любой вещи находится в самой этой вещи, он провозгласил необходимость изучения реального, чувственно воспринимаемого мира. Поскольку главный недостаток платоновской теории, по Аристотелю, состоял в невозможности объяснить, как и по какой причине, идея порождает материальную вещь, то в своей собственной концепции философ серьезное внимание уделил исследованию понятия «причина».</a:t>
            </a:r>
            <a:endParaRPr lang="de-D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sz="20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1FD248F-D8B3-D422-BE31-F128464FFD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9" r="3" b="3"/>
          <a:stretch/>
        </p:blipFill>
        <p:spPr bwMode="auto">
          <a:xfrm>
            <a:off x="8055836" y="1316596"/>
            <a:ext cx="3423093" cy="42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28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55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356" name="Rectangle 14349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C23E227-DF6A-DE17-A49E-D74521E32E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1" r="4181"/>
          <a:stretch/>
        </p:blipFill>
        <p:spPr bwMode="auto">
          <a:xfrm>
            <a:off x="-1" y="-2"/>
            <a:ext cx="6096001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721AE58-A936-2CAD-956B-E7926BA28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537" y="818147"/>
            <a:ext cx="4156512" cy="541230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1800" kern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 учении о государстве Аристотель также отошел от концепции Платона, считая пороком общества не наличие у граждан частной собственности, а ее полное отсутствие у одних и чрезмерное богатство у других. Для нормального развития общества необходимо, чтобы его граждане имели средний размер собственности. Это, по мысли Аристотеля, удержит людей от порока и заставит их трудиться на пользу обществу. Учение Аристотеля о «средней собственности» в ХХ веке было использовано западными социологами при разработке концепции о «среднем классе» как важнейшем условии стабильности социума</a:t>
            </a:r>
            <a:endParaRPr lang="de-DE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456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BB0BFB34-9271-B13B-9506-62710D9C1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587142"/>
            <a:ext cx="9156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08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Изображение выглядит как одежда, картина, искусство, человек&#10;&#10;Автоматически созданное описание">
            <a:extLst>
              <a:ext uri="{FF2B5EF4-FFF2-40B4-BE49-F238E27FC236}">
                <a16:creationId xmlns:a16="http://schemas.microsoft.com/office/drawing/2014/main" id="{18F7A366-F476-CD6E-B991-A7A2DF18C4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882" b="-1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F02FC8-4516-1B79-6849-25CC1960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2" y="172193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Учение Аристотеля завершает самый содержательный этап в древнегреческой философии. Концепции классического периода высоко ценились еще в античности; они сыграли определяющую роль в развитии философии европейского средневековья, Нового и Новейшего времени, во многом детерминировали и современную философскую мысль.</a:t>
            </a:r>
            <a:endParaRPr lang="de-D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2045052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984</Words>
  <Application>Microsoft Office PowerPoint</Application>
  <PresentationFormat>Широкоэкранный</PresentationFormat>
  <Paragraphs>16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Классический период античной философии  Сократ, Платон, Аристотель.</vt:lpstr>
      <vt:lpstr>Классический период античной философии</vt:lpstr>
      <vt:lpstr>Сократ(469 – 399 г.г. до н. э.) </vt:lpstr>
      <vt:lpstr>Презентация PowerPoint</vt:lpstr>
      <vt:lpstr>Презентация PowerPoint</vt:lpstr>
      <vt:lpstr>Платон (427 – 347 гг. до н. э.)</vt:lpstr>
      <vt:lpstr>Презентация PowerPoint</vt:lpstr>
      <vt:lpstr>Презентация PowerPoint</vt:lpstr>
      <vt:lpstr>Презентация PowerPoint</vt:lpstr>
      <vt:lpstr>Аристотель (384 – 322 гг. до н. э.)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Классический период античной философии  Сократ, Платон, Аристотель.</dc:title>
  <dc:creator>Леготин Андрей Александрович</dc:creator>
  <cp:lastModifiedBy>Леготин Андрей Александрович</cp:lastModifiedBy>
  <cp:revision>1</cp:revision>
  <dcterms:created xsi:type="dcterms:W3CDTF">2023-09-25T17:18:45Z</dcterms:created>
  <dcterms:modified xsi:type="dcterms:W3CDTF">2023-09-25T19:35:47Z</dcterms:modified>
</cp:coreProperties>
</file>