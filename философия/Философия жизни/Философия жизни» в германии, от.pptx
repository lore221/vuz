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8" autoAdjust="0"/>
    <p:restoredTop sz="96353" autoAdjust="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70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46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4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477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4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002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63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51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93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954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10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10/30/2023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4592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0" r:id="rId6"/>
    <p:sldLayoutId id="2147483836" r:id="rId7"/>
    <p:sldLayoutId id="2147483837" r:id="rId8"/>
    <p:sldLayoutId id="2147483838" r:id="rId9"/>
    <p:sldLayoutId id="2147483839" r:id="rId10"/>
    <p:sldLayoutId id="214748384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4" name="Rectangle 253">
            <a:extLst>
              <a:ext uri="{FF2B5EF4-FFF2-40B4-BE49-F238E27FC236}">
                <a16:creationId xmlns:a16="http://schemas.microsoft.com/office/drawing/2014/main" id="{963F6376-C8BE-899E-B3E6-E16BF429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0A7D9F-769A-277D-43B1-6B7BE0F81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53" y="218362"/>
            <a:ext cx="5261139" cy="2897982"/>
          </a:xfrm>
        </p:spPr>
        <p:txBody>
          <a:bodyPr anchor="b">
            <a:normAutofit/>
          </a:bodyPr>
          <a:lstStyle/>
          <a:p>
            <a:r>
              <a:rPr lang="ru-RU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«Философия жизни» в германии, от «философии пессимизма» Шопенгауэра к Нигилизму Ницше»</a:t>
            </a:r>
            <a:endParaRPr lang="de-DE" sz="3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034D57-3A5A-20E2-670F-1894CC92AB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453" y="5658465"/>
            <a:ext cx="5229389" cy="981173"/>
          </a:xfrm>
        </p:spPr>
        <p:txBody>
          <a:bodyPr anchor="t">
            <a:normAutofit/>
          </a:bodyPr>
          <a:lstStyle/>
          <a:p>
            <a:r>
              <a:rPr lang="ru-RU" dirty="0"/>
              <a:t>Доклад подготовлен студентом 124 группы</a:t>
            </a:r>
            <a:br>
              <a:rPr lang="ru-RU" dirty="0"/>
            </a:br>
            <a:r>
              <a:rPr lang="ru-RU" dirty="0" err="1"/>
              <a:t>Леготиным</a:t>
            </a:r>
            <a:r>
              <a:rPr lang="ru-RU" dirty="0"/>
              <a:t> Андреем Александровичем</a:t>
            </a:r>
            <a:endParaRPr lang="de-DE" dirty="0"/>
          </a:p>
        </p:txBody>
      </p:sp>
      <p:pic>
        <p:nvPicPr>
          <p:cNvPr id="242" name="Picture 3" descr="Человек, лестница">
            <a:extLst>
              <a:ext uri="{FF2B5EF4-FFF2-40B4-BE49-F238E27FC236}">
                <a16:creationId xmlns:a16="http://schemas.microsoft.com/office/drawing/2014/main" id="{C0AB2BC9-1A6A-D77E-A5ED-CD9F047E6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08" r="15692" b="-1"/>
          <a:stretch/>
        </p:blipFill>
        <p:spPr>
          <a:xfrm>
            <a:off x="7137140" y="10"/>
            <a:ext cx="5054861" cy="6857990"/>
          </a:xfrm>
          <a:custGeom>
            <a:avLst/>
            <a:gdLst/>
            <a:ahLst/>
            <a:cxnLst/>
            <a:rect l="l" t="t" r="r" b="b"/>
            <a:pathLst>
              <a:path w="5054861" h="6858000">
                <a:moveTo>
                  <a:pt x="677913" y="0"/>
                </a:moveTo>
                <a:lnTo>
                  <a:pt x="5054861" y="0"/>
                </a:lnTo>
                <a:lnTo>
                  <a:pt x="5054861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979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0CBC7-3885-E8C2-725F-1FBA4B705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44" y="418117"/>
            <a:ext cx="3040716" cy="7401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Шопенгауэр</a:t>
            </a: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F1DB2E-E4A0-02E9-25FE-915F25C4632D}"/>
              </a:ext>
            </a:extLst>
          </p:cNvPr>
          <p:cNvSpPr txBox="1"/>
          <p:nvPr/>
        </p:nvSpPr>
        <p:spPr>
          <a:xfrm>
            <a:off x="340627" y="2569464"/>
            <a:ext cx="4764773" cy="3555491"/>
          </a:xfrm>
        </p:spPr>
        <p:txBody>
          <a:bodyPr vert="horz" lIns="91440" tIns="45720" rIns="91440" bIns="45720" rtlCol="0" anchor="b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ru-RU" dirty="0">
                <a:effectLst/>
              </a:rPr>
              <a:t>Один из самых известных мыслителей иррационализма. Основной философский труд – «Мир как воля и представление». Он очень оценивал основные работы Канат. «…знакомство с самым важным явлением, какое только знает философия в течение двух тысячелетий, и которое так близко к нам: я имею в виду главные произведения Канта.» (А. Шопенгауэр, «Мир как воля и представление»)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16B1C9-1673-5B5F-CAA1-7D3F09F16C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" b="1751"/>
          <a:stretch/>
        </p:blipFill>
        <p:spPr bwMode="auto">
          <a:xfrm>
            <a:off x="6096000" y="10"/>
            <a:ext cx="6096000" cy="68579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6ED30-515F-0CB0-19FE-952E91D5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58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F4936-3FCC-AA96-CACC-AEEA5A3A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Иррационализм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74F6F-718B-4B2A-8904-54A3F9D7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2306782"/>
            <a:ext cx="9956747" cy="19517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идеалистическое течение в философии, признающее иррациональный характер бытия и ограничивающее познавательные способности разума, противопоставляя ему интуицию, инстинкт, чувство и т.п как основу познания.</a:t>
            </a:r>
            <a:endParaRPr lang="de-DE" sz="24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2DA3F1-C680-2EDD-A23C-D807363C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39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E4DB6-6B2C-6CD4-ECA3-CE25884D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4302" y="480864"/>
            <a:ext cx="2323395" cy="54239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Два мира</a:t>
            </a:r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0360C6-FA7C-E12D-6414-4CE14C66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71FB124-D276-39E5-2AD7-09600E7C86A3}"/>
              </a:ext>
            </a:extLst>
          </p:cNvPr>
          <p:cNvSpPr/>
          <p:nvPr/>
        </p:nvSpPr>
        <p:spPr>
          <a:xfrm>
            <a:off x="1325787" y="3003348"/>
            <a:ext cx="3422468" cy="3422468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D0F27B5D-4715-F225-6316-1A970CDFDB33}"/>
              </a:ext>
            </a:extLst>
          </p:cNvPr>
          <p:cNvSpPr/>
          <p:nvPr/>
        </p:nvSpPr>
        <p:spPr>
          <a:xfrm>
            <a:off x="7443745" y="3003348"/>
            <a:ext cx="3422468" cy="3422468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54EE8-56B5-25A8-0F8D-3211F7C6BBA0}"/>
              </a:ext>
            </a:extLst>
          </p:cNvPr>
          <p:cNvSpPr txBox="1"/>
          <p:nvPr/>
        </p:nvSpPr>
        <p:spPr>
          <a:xfrm>
            <a:off x="1933209" y="2487254"/>
            <a:ext cx="2207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Представление</a:t>
            </a:r>
            <a:endParaRPr lang="de-DE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74D96-22EB-A235-AA56-A6B365B54D95}"/>
              </a:ext>
            </a:extLst>
          </p:cNvPr>
          <p:cNvSpPr txBox="1"/>
          <p:nvPr/>
        </p:nvSpPr>
        <p:spPr>
          <a:xfrm>
            <a:off x="8691219" y="2487254"/>
            <a:ext cx="927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Воля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871846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7C386-7886-A78E-2117-F1FADD8E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68667"/>
          </a:xfrm>
        </p:spPr>
        <p:txBody>
          <a:bodyPr>
            <a:normAutofit fontScale="90000"/>
          </a:bodyPr>
          <a:lstStyle/>
          <a:p>
            <a:r>
              <a:rPr lang="ru-RU" dirty="0"/>
              <a:t>Мир воли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4B1ED6-45EE-6D63-CB3E-803896128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7" y="2575560"/>
            <a:ext cx="10100625" cy="170688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«Воля – субстанция внутренняя, сердцевина любой частной вещи и всего вместе; слепая сила в природе, она явлена и в рассудочном поведении человека, огромная разница в проявлениях, но суть остаётся неизменной»</a:t>
            </a:r>
          </a:p>
          <a:p>
            <a:pPr marL="0" indent="0" algn="r">
              <a:buNone/>
            </a:pPr>
            <a:r>
              <a:rPr lang="ru-R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Артур Шопенгауэр</a:t>
            </a:r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B442DA-E32E-23A8-ED53-2756B411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37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F63D7-B1BB-A962-F4E2-061F1445F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59958"/>
          </a:xfrm>
        </p:spPr>
        <p:txBody>
          <a:bodyPr>
            <a:normAutofit fontScale="90000"/>
          </a:bodyPr>
          <a:lstStyle/>
          <a:p>
            <a:r>
              <a:rPr lang="ru-RU" dirty="0"/>
              <a:t>Пессимизм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D6AB6-0068-E46B-D3D6-CC65EB06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6" y="1926276"/>
            <a:ext cx="9956747" cy="300544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«Именно познание ведет нас к страданиям, ведь мы все глубже погружаемся в мир представлений, уходя от единства первоначальной воли.»</a:t>
            </a:r>
          </a:p>
          <a:p>
            <a:pPr marL="0" indent="0" algn="just"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«Человек – буквально сгусток вожделений, которые никогда не оставят его в покое»</a:t>
            </a:r>
            <a:endParaRPr lang="ru-RU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ru-RU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Артур Шопенгауэр</a:t>
            </a:r>
            <a:endParaRPr lang="de-DE" dirty="0"/>
          </a:p>
          <a:p>
            <a:pPr marL="0" indent="0" algn="r">
              <a:buNone/>
            </a:pPr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FC7EE7-BBF4-1ADA-029F-1D1983B9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68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9F133-43EB-EBA4-7C9C-ED974085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42541"/>
          </a:xfrm>
        </p:spPr>
        <p:txBody>
          <a:bodyPr>
            <a:normAutofit fontScale="90000"/>
          </a:bodyPr>
          <a:lstStyle/>
          <a:p>
            <a:r>
              <a:rPr lang="ru-RU" dirty="0"/>
              <a:t>Спасение от страданий</a:t>
            </a:r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DD611E-8BC9-1E76-7CD8-30B381A97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7</a:t>
            </a:fld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FB2287A-BA21-1E62-77C9-EA51EC9D0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93" y="2741125"/>
            <a:ext cx="4731836" cy="266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862695-1462-C4A9-E634-F353F20276E6}"/>
              </a:ext>
            </a:extLst>
          </p:cNvPr>
          <p:cNvSpPr txBox="1"/>
          <p:nvPr/>
        </p:nvSpPr>
        <p:spPr>
          <a:xfrm>
            <a:off x="2580734" y="2279460"/>
            <a:ext cx="1290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эстетика</a:t>
            </a:r>
            <a:endParaRPr lang="de-DE" sz="2400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45F49B5C-2536-5C83-11F8-4F0C5932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172" y="2741124"/>
            <a:ext cx="3979042" cy="265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D3AB5A-A333-72D8-00D7-4687E61DDDAA}"/>
              </a:ext>
            </a:extLst>
          </p:cNvPr>
          <p:cNvSpPr txBox="1"/>
          <p:nvPr/>
        </p:nvSpPr>
        <p:spPr>
          <a:xfrm>
            <a:off x="7469033" y="2279460"/>
            <a:ext cx="224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нравственность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89885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42BC0-0A68-31AD-A782-2BFA84CE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3034"/>
            <a:ext cx="4256263" cy="753549"/>
          </a:xfrm>
        </p:spPr>
        <p:txBody>
          <a:bodyPr anchor="t">
            <a:normAutofit/>
          </a:bodyPr>
          <a:lstStyle/>
          <a:p>
            <a:r>
              <a:rPr lang="ru-RU" dirty="0"/>
              <a:t>Эстетика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DDC162-BCB0-7116-16A3-4E20C13A6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7" y="2173551"/>
            <a:ext cx="5073510" cy="2510897"/>
          </a:xfrm>
        </p:spPr>
        <p:txBody>
          <a:bodyPr anchor="b">
            <a:normAutofit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dirty="0">
                <a:effectLst/>
              </a:rPr>
              <a:t>«Во-первых, эстетический опыт никоим образом не связан с познавательной деятельностью, поэтому искусство – это момент отдыха от бесконечной череды страданий познания.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Во-вторых, искусство поднимает нас над нашими конкретными чувствами и желаниями к абсолютным переживаниям.»</a:t>
            </a:r>
          </a:p>
          <a:p>
            <a:pPr marL="0" indent="0" algn="r">
              <a:lnSpc>
                <a:spcPct val="110000"/>
              </a:lnSpc>
              <a:buNone/>
            </a:pPr>
            <a:r>
              <a:rPr lang="ru-RU" dirty="0"/>
              <a:t>Артур Шопенгауэр</a:t>
            </a:r>
            <a:endParaRPr lang="de-DE" dirty="0"/>
          </a:p>
        </p:txBody>
      </p:sp>
      <p:pic>
        <p:nvPicPr>
          <p:cNvPr id="4098" name="Picture 2" descr="Изображение выглядит как багет, искусство, в помещении, галерея&#10;&#10;Автоматически созданное описание">
            <a:extLst>
              <a:ext uri="{FF2B5EF4-FFF2-40B4-BE49-F238E27FC236}">
                <a16:creationId xmlns:a16="http://schemas.microsoft.com/office/drawing/2014/main" id="{C4403B05-CF18-C1C8-D8B4-33F70F135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79846" y="1386238"/>
            <a:ext cx="5467230" cy="410042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B95C0A-F9E2-63C4-4AEC-386795B6A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2" y="6424761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/>
              <a:pPr>
                <a:spcAft>
                  <a:spcPts val="600"/>
                </a:spcAft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95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8F4D-0119-0729-5D53-694429646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33832"/>
          </a:xfrm>
        </p:spPr>
        <p:txBody>
          <a:bodyPr>
            <a:normAutofit fontScale="90000"/>
          </a:bodyPr>
          <a:lstStyle/>
          <a:p>
            <a:r>
              <a:rPr lang="ru-RU" dirty="0"/>
              <a:t>Нравственность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03381F-D858-073D-74A9-64D48121C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2306781"/>
            <a:ext cx="9956747" cy="36063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Необходимо избегать эгоизма, насилия и культивировать в себе чувство сострадания. Именно сострадание является краеугольным камнем всей нравственной философии Шопенгауэра. Вся его философия – это поиск умиротворения, когда мы видим другого человека, то мы должны понимать, что он – лишь реализация единой воли и соответственно в каждом человеке мы должны видеть облик всего человечества. Все различия между людьми лишь иллюзорны и принадлежать миру представлений, от которого нам нужно отказаться.</a:t>
            </a:r>
            <a:endParaRPr lang="de-DE" sz="240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BA105-070C-00D5-FDB2-8A7C2842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0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97B52-E708-5CB7-658C-C792A83A9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7"/>
            <a:ext cx="1912297" cy="800072"/>
          </a:xfrm>
        </p:spPr>
        <p:txBody>
          <a:bodyPr anchor="t">
            <a:normAutofit/>
          </a:bodyPr>
          <a:lstStyle/>
          <a:p>
            <a:r>
              <a:rPr lang="ru-RU" dirty="0"/>
              <a:t>Ницше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157EE1-9F26-E019-741D-1B3607718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27" y="1889760"/>
            <a:ext cx="4847193" cy="4235195"/>
          </a:xfrm>
        </p:spPr>
        <p:txBody>
          <a:bodyPr anchor="b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kern="100" dirty="0">
                <a:effectLst/>
              </a:rPr>
              <a:t>Фридрих Вильгельм Ницше (1844–1900) немецкий философ, культурный критик и филолог, чьи работы оказали глубокое влияние на современную философию. Творческое наследие Ницше вновь приобрело популярность в 1960-х годах, и с тех пор его идеи оказали глубокое влияние на мыслителей XX и начала XXI веков по всей философии, особенно в школах континентальной философии, таких как экзистенциализм, постмодернизм и постструктурализм, а также на искусство, литературу, поэзию, политику и популярную культуру.</a:t>
            </a:r>
            <a:endParaRPr lang="de-DE" kern="100" dirty="0">
              <a:effectLst/>
            </a:endParaRPr>
          </a:p>
          <a:p>
            <a:pPr marL="0" indent="0">
              <a:lnSpc>
                <a:spcPct val="110000"/>
              </a:lnSpc>
              <a:buNone/>
            </a:pPr>
            <a:endParaRPr lang="de-DE" sz="15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6542C0B-B98F-1DEF-F109-76785EEB2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07803" y="1550698"/>
            <a:ext cx="4512438" cy="375660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116925-4D48-FFF5-A746-E949365EE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/>
              <a:pPr>
                <a:spcAft>
                  <a:spcPts val="600"/>
                </a:spcAft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2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0F89E-F5C8-B656-4D26-786173B8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590289"/>
          </a:xfrm>
        </p:spPr>
        <p:txBody>
          <a:bodyPr>
            <a:normAutofit fontScale="90000"/>
          </a:bodyPr>
          <a:lstStyle/>
          <a:p>
            <a:r>
              <a:rPr lang="ru-RU" dirty="0"/>
              <a:t>Биография Ницше</a:t>
            </a:r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C4B434-61A7-1C22-AB0B-A7ED7618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11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93CA8C2-6C40-666F-21DE-B506625E65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828" y="1395648"/>
            <a:ext cx="7740343" cy="406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860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77346-254B-D38E-534A-1881252F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33832"/>
          </a:xfrm>
        </p:spPr>
        <p:txBody>
          <a:bodyPr>
            <a:normAutofit fontScale="90000"/>
          </a:bodyPr>
          <a:lstStyle/>
          <a:p>
            <a:r>
              <a:rPr lang="ru-RU" dirty="0"/>
              <a:t>Нигилизм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77E259-AF2D-EA79-E695-A17F1BE39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6" y="2444436"/>
            <a:ext cx="9956747" cy="196912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философия, которая ставит под сомнение общепринятые ценности, идеалы, нормы нравственности, культуры или фундаментальные понятия, такие как объективная истина, знание, мораль, ценности или смысл жизни.</a:t>
            </a:r>
            <a:endParaRPr lang="de-DE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8D0EFD-4248-39B8-7A5F-17D4E8D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925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70821-3130-9A3A-3E0C-A3FBAA31C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51249"/>
          </a:xfrm>
        </p:spPr>
        <p:txBody>
          <a:bodyPr>
            <a:normAutofit fontScale="90000"/>
          </a:bodyPr>
          <a:lstStyle/>
          <a:p>
            <a:r>
              <a:rPr lang="ru-RU" dirty="0"/>
              <a:t>Нигилизм Ницше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FFFA8C-CE57-44F9-29FE-40494547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6" y="2367617"/>
            <a:ext cx="9956747" cy="387018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«Наша мораль сводится к отвратительной попытке отравить счастье более удачливых, вместо возвышенной, бесстрастной и строго рациональной заботы о других»</a:t>
            </a:r>
          </a:p>
          <a:p>
            <a:pPr marL="0" indent="0" algn="just"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«Поскольку в христианского Бога уже невозможно верить, то все, что было построено на этой вере, поддерживалось ею, выросло в ней, включая всю нашу европейскую мораль – все это обречено на крах» </a:t>
            </a:r>
            <a:endParaRPr lang="ru-RU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Фридрих Ницше</a:t>
            </a: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1B20-DC84-CAA5-F7EE-8A4C0B90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121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CCFA0-C55A-0EA1-5698-00FFFD35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68667"/>
          </a:xfrm>
        </p:spPr>
        <p:txBody>
          <a:bodyPr>
            <a:normAutofit fontScale="90000"/>
          </a:bodyPr>
          <a:lstStyle/>
          <a:p>
            <a:r>
              <a:rPr lang="ru-RU" dirty="0"/>
              <a:t>Почему Ницше не был нигилистом</a:t>
            </a:r>
            <a:endParaRPr lang="de-D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E4AEC-50D4-A3E8-80B4-CE7CD5219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«Нигилист – это человек, который считает, что реального мира быть не должно и мира, каким он должен быть, не существует. Согласно этой точки зрения, наше существование не имеет смысла: это «напрасно» - пафос нигилистов – непоследовательность со стороны нигилистов»</a:t>
            </a:r>
          </a:p>
          <a:p>
            <a:pPr marL="0" indent="0" algn="r"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Фридрих Ницше</a:t>
            </a:r>
            <a:endParaRPr lang="de-D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r">
              <a:buNone/>
            </a:pPr>
            <a:endParaRPr lang="de-DE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536A30-5874-5762-0A2C-C2A9EAD0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806662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Широкоэкранный</PresentationFormat>
  <Paragraphs>49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DylanVTI</vt:lpstr>
      <vt:lpstr>«Философия жизни» в германии, от «философии пессимизма» Шопенгауэра к Нигилизму Ницше»</vt:lpstr>
      <vt:lpstr>Шопенгауэр</vt:lpstr>
      <vt:lpstr>Иррационализм</vt:lpstr>
      <vt:lpstr>Два мира</vt:lpstr>
      <vt:lpstr>Мир воли</vt:lpstr>
      <vt:lpstr>Пессимизм</vt:lpstr>
      <vt:lpstr>Спасение от страданий</vt:lpstr>
      <vt:lpstr>Эстетика</vt:lpstr>
      <vt:lpstr>Нравственность</vt:lpstr>
      <vt:lpstr>Ницше</vt:lpstr>
      <vt:lpstr>Биография Ницше</vt:lpstr>
      <vt:lpstr>Нигилизм</vt:lpstr>
      <vt:lpstr>Нигилизм Ницше</vt:lpstr>
      <vt:lpstr>Почему Ницше не был нигилистом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«Философия жизни» в германии, от «философии пессимизма» Шопенгауэра к Нигилизму Ницше»</dc:title>
  <dc:creator>Леготин Андрей Александрович</dc:creator>
  <cp:lastModifiedBy>Леготин Андрей Александрович</cp:lastModifiedBy>
  <cp:revision>2</cp:revision>
  <dcterms:created xsi:type="dcterms:W3CDTF">2023-10-29T14:19:44Z</dcterms:created>
  <dcterms:modified xsi:type="dcterms:W3CDTF">2023-10-30T20:14:57Z</dcterms:modified>
</cp:coreProperties>
</file>