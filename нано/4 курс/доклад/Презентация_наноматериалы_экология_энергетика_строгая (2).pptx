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4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RI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19088"/>
            <a:ext cx="109270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5566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наноматериалы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961120" y="64556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Экология и энергетика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443745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 наноматериалов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нанотехнологий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экологии и энергетике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914400" y="3638305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по дисциплине «Функциональные наноматериалы»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60920" y="1672345"/>
            <a:ext cx="3474720" cy="283464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925" y="1809505"/>
            <a:ext cx="3154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</a:rPr>
              <a:t>Ключевые направления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35240" y="2403865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1B1F24"/>
                </a:solidFill>
              </a:rPr>
              <a:t>• солнечная энергетика</a:t>
            </a:r>
            <a:endParaRPr lang="en-US" sz="15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1B1F24"/>
                </a:solidFill>
              </a:rPr>
              <a:t>• топливные элементы</a:t>
            </a:r>
            <a:endParaRPr lang="en-US" sz="15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1B1F24"/>
                </a:solidFill>
              </a:rPr>
              <a:t>• экологичные материалы</a:t>
            </a:r>
            <a:endParaRPr lang="en-US" sz="15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1B1F24"/>
                </a:solidFill>
              </a:rPr>
              <a:t>• снижение выбросов CO₂</a:t>
            </a:r>
            <a:endParaRPr lang="en-US" sz="15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500" dirty="0">
                <a:solidFill>
                  <a:srgbClr val="1B1F24"/>
                </a:solidFill>
              </a:rPr>
              <a:t>• устойчивое развитие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темы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07008"/>
            <a:ext cx="106984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81519"/>
            <a:ext cx="7315200" cy="269496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энергопотребления требует перехода к более эффективным и чистым технологиям.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Экологические проблемы связаны с выбросами парниковых газов, загрязнением воды и накоплением отходов.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Наноматериалы обладают особыми свойствами и позволяют повысить эффективность энергетических и природоохранных систем.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49640" y="1600200"/>
            <a:ext cx="2468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847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Наноматериалы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0" y="228600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структур: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1-100 нм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свойства: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высокая удельная поверхность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каталитическая активность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управляемые оптические эффекты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солнечной энергии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07008"/>
            <a:ext cx="106984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32972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68910" indent="-168910"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Наноструктуры улучшают поглощение света и уменьшают отражательные потери в солнечных элементах.</a:t>
            </a:r>
            <a:endParaRPr lang="en-US" sz="1900" dirty="0"/>
          </a:p>
          <a:p>
            <a:pPr marL="168910" indent="-168910"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Квантовые точки, перовскитные материалы, графен и углеродные нанотрубки повышают эффективность преобразования энергии.</a:t>
            </a:r>
            <a:endParaRPr lang="en-US" sz="1900" dirty="0"/>
          </a:p>
          <a:p>
            <a:pPr marL="168910" indent="-168910"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Тонкоплёночные и гибкие фотоэлементы расширяют возможности практического применения солнечной энергетики.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549640" y="1371600"/>
            <a:ext cx="2468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618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2057400"/>
            <a:ext cx="1828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квантовые точки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нанокремний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оксиды металлов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перовскиты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графен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96DAA4-1951-45B0-8AB0-D510154F4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900" y="3364991"/>
            <a:ext cx="4152027" cy="276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Топливные элементы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07008"/>
            <a:ext cx="106984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95048"/>
            <a:ext cx="7635240" cy="3495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68910" indent="-168910"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Топливные элементы преобразуют химическую энергию топлива непосредственно в электрическую.</a:t>
            </a:r>
            <a:endParaRPr lang="en-US" sz="1900" dirty="0"/>
          </a:p>
          <a:p>
            <a:pPr marL="168910" indent="-168910"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Наночастицы платины и альтернативные нанокатализаторы позволяют ускорять реакцию и снижать расход дорогих материалов.</a:t>
            </a:r>
            <a:endParaRPr lang="en-US" sz="1900" dirty="0"/>
          </a:p>
          <a:p>
            <a:pPr marL="168910" indent="-168910"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Наноструктурированные электроды и мембраны повышают мощность, долговечность и надёжность систем.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549640" y="1395048"/>
            <a:ext cx="2468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495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209297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Преимущества: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высокий КПД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меньше выбросов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перспектива водородной энергетики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Экологически чистые материалы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07008"/>
            <a:ext cx="106984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7732972" cy="182879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68910" indent="-168910"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Нанокомпозиты и наноструктурированные полимеры делают материалы более прочными, лёгкими и долговечными.</a:t>
            </a:r>
            <a:endParaRPr lang="en-US" sz="1900" dirty="0"/>
          </a:p>
          <a:p>
            <a:pPr marL="168910" indent="-168910"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Самоочищающиеся и антикоррозионные покрытия продлевают срок службы изделий и уменьшают расход сырья.</a:t>
            </a:r>
            <a:endParaRPr lang="en-US" sz="1900" dirty="0"/>
          </a:p>
          <a:p>
            <a:pPr marL="168910" indent="-168910"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Нанофильтры, мембраны и фотокатализаторы применяются для очистки воды и воздуха от вредных примесей.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549640" y="1600200"/>
            <a:ext cx="2468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847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Применение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39" y="2286000"/>
            <a:ext cx="2011679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фильтрация воды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очистка воздуха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защитные покрытия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биоразлагаемые композиты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F55DD07-A9B4-4E79-B30B-F657AA8FA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469" y="3515783"/>
            <a:ext cx="3600276" cy="266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Борьба с парниковым эффектом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07008"/>
            <a:ext cx="106984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" name="Text 2"/>
          <p:cNvSpPr/>
          <p:nvPr/>
        </p:nvSpPr>
        <p:spPr>
          <a:xfrm>
            <a:off x="731520" y="1744493"/>
            <a:ext cx="7498080" cy="205739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68910" indent="-168910">
              <a:lnSpc>
                <a:spcPct val="150000"/>
              </a:lnSpc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Нанотехнологии поддерживают развитие низкоуглеродной энергетики и систем накопления энергии.</a:t>
            </a:r>
            <a:endParaRPr lang="en-US" sz="1900" dirty="0"/>
          </a:p>
          <a:p>
            <a:pPr marL="168910" indent="-168910">
              <a:lnSpc>
                <a:spcPct val="150000"/>
              </a:lnSpc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Нанопористые материалы и сорбенты применяются для улавливания углекислого газа из промышленных выбросов.</a:t>
            </a:r>
            <a:endParaRPr lang="en-US" sz="1900" dirty="0"/>
          </a:p>
          <a:p>
            <a:pPr marL="168910" indent="-168910">
              <a:lnSpc>
                <a:spcPct val="150000"/>
              </a:lnSpc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Нанокатализаторы и эффективная теплоизоляция помогают снижать совокупные выбросы парниковых газов.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549640" y="1499617"/>
            <a:ext cx="2468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746505"/>
            <a:ext cx="1095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2185417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Снижение: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выбросов CO₂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теплопотерь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нагрузки на окружающую среду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Общество гармонии с природой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07008"/>
            <a:ext cx="106984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199"/>
            <a:ext cx="7589520" cy="343319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68910" indent="-168910">
              <a:lnSpc>
                <a:spcPct val="150000"/>
              </a:lnSpc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Наноматериалы помогают рационально использовать энергию, сырьё и природные ресурсы.</a:t>
            </a:r>
            <a:endParaRPr lang="en-US" sz="1900" dirty="0"/>
          </a:p>
          <a:p>
            <a:pPr marL="168910" indent="-168910">
              <a:lnSpc>
                <a:spcPct val="150000"/>
              </a:lnSpc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Они создают основу для экологичного транспорта, энергоэффективных зданий и систем мониторинга среды.</a:t>
            </a:r>
            <a:endParaRPr lang="en-US" sz="1900" dirty="0"/>
          </a:p>
          <a:p>
            <a:pPr marL="168910" indent="-168910">
              <a:lnSpc>
                <a:spcPct val="150000"/>
              </a:lnSpc>
              <a:spcBef>
                <a:spcPts val="2400"/>
              </a:spcBef>
              <a:buSzPct val="100000"/>
              <a:buChar char="•"/>
            </a:pPr>
            <a:r>
              <a:rPr lang="en-US" sz="19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нанотехнологий должно сопровождаться оценкой безопасности и ответственным экологическим контролем.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549640" y="1600200"/>
            <a:ext cx="2468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8470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0" y="2286000"/>
            <a:ext cx="2011680" cy="2244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устойчивость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ресурсосбережение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безопасность</a:t>
            </a:r>
            <a:endParaRPr lang="en-US" sz="1400" dirty="0"/>
          </a:p>
          <a:p>
            <a:pPr marL="0" indent="0">
              <a:lnSpc>
                <a:spcPct val="250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экологическая ответственность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07008"/>
            <a:ext cx="10698480" cy="0"/>
          </a:xfrm>
          <a:prstGeom prst="line">
            <a:avLst/>
          </a:prstGeom>
          <a:noFill/>
          <a:ln w="12700">
            <a:solidFill>
              <a:srgbClr val="C8D0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10241280" cy="3246120"/>
          </a:xfrm>
          <a:prstGeom prst="rect">
            <a:avLst/>
          </a:prstGeom>
          <a:solidFill>
            <a:srgbClr val="F4F6F8"/>
          </a:solidFill>
          <a:ln w="12700">
            <a:solidFill>
              <a:srgbClr val="C8D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10241280" cy="281199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Наноматериалы повышают эффективность солнечной энергетики и топливных элементов.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Они используются для создания экологичных материалов и технологий очистки среды.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Нанотехнологии являются важным инструментом снижения антропогенного воздействия на природу.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B1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грамотное применение способствует устойчивому развитию общества.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B65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Широкоэкранный</PresentationFormat>
  <Paragraphs>89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Применение наноматериалов и нанотехнологий в экологии и энергетике</dc:title>
  <dc:subject>Функциональные наноматериалы</dc:subject>
  <dc:creator>OpenAI</dc:creator>
  <cp:lastModifiedBy>андрей леготин</cp:lastModifiedBy>
  <cp:revision>5</cp:revision>
  <dcterms:created xsi:type="dcterms:W3CDTF">2026-04-18T20:27:48Z</dcterms:created>
  <dcterms:modified xsi:type="dcterms:W3CDTF">2026-04-21T00:20:26Z</dcterms:modified>
</cp:coreProperties>
</file>