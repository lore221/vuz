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BAE10-EB2B-3084-95AB-97B22A813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C35EF5-F1D5-CA7D-8527-5EA91EA07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C295DE-5FE2-DF71-04FD-1D0F3A5B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FF4DEB-D9C9-17DD-BD99-D8428C93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CD4AD1-C078-ED86-FEDC-D7DE67EE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1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42E0C-D2BE-E475-3588-8FC8A1AB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60D93B-C105-C09C-C085-991892E7E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5BC9D2-DF46-035F-7A31-B14A4621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FB859E-8D1A-B12C-922D-03C809E1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7F0238-32C4-E9C4-8EF2-2022EA25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68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C02CA-C9C9-1E01-59FE-A6F3F1E5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680E77-244B-D700-DF21-35F10B868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35FA5-B2E0-8CFB-A0C8-256D883E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C43D14-7950-3514-5F84-22E38609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A349F-9721-85BC-21CE-57256A94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11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B9500-4396-106D-DEDF-6FC4771E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29BBF7-33D7-6D2C-761E-ADA5A90FE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2A7712-E769-D2AA-5204-C64D1FF5B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09E2C8-E009-FD0B-46C6-CA65BB02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C45B3-A7D7-F0BB-3BCA-99053450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F0A8E9-81A4-3D9F-AD72-84C487CD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9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1A83F-A0F3-9FD1-7F2C-C0EAD67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A38C7C-8CAB-F433-D952-DA7C76A07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257EC4-CAC5-C0E6-999C-D2AD6FF1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B5B2E3-BF70-7D11-B094-CFBE5B5A3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B77CBE-7DA5-D4E6-E702-80B3240F5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EB6116-02AC-A3C0-E9D7-5345FFD1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E200CC6-4B57-734A-9263-04DF22C9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63FA21-977F-CC91-68EF-5B389C60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83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15256-5EB8-5419-BA1B-A8897AFF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F400ED-72C4-544F-D2F8-A2F85671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C7CFD5-CE33-DEB2-4072-DB4B399B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F365CC-F8F5-6C97-C4EA-F54F5B49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48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247826-A705-36F7-DC47-A5B99303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9494C9-82AF-961E-2640-EEA5B0ED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BD2574-58A1-BC95-524B-6ECFA9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29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F2B54-4B23-DBF5-6A93-9ED395BC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8A804E-1E91-2881-6B56-557333167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8C111C-6DAC-F873-8DD9-272BA08DF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0A9BAF-C227-E26C-0842-0C1D87CB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6A886-C3F6-46B2-976F-C4CA7BA0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B90EAB-E740-7F64-D92B-67C1AA9A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73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526BD-DD46-7A3E-7807-A52CFE05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24414C-2E12-8F01-4278-0F08BD8BD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CA9B9B-DBB1-9DA8-F1EE-FC7EAB1EE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793E03-3E01-9DD9-12C0-FDB071A2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ED43AD-1E90-2479-C3C1-10045305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AF280B-CB80-F5C7-FEF9-F0A608F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55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A1F60-3BE6-4F0D-EEA5-51372466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968143-4412-DE56-D470-42417983D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01AF24-2689-5DA5-CC74-DE241ADE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E52C8-EB33-7939-4AD0-FE4EF8155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42CD2-0DB7-BE2B-2484-7AAD721C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155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61A752-788E-5614-2812-D62849705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600EF6-8ABC-1718-7E12-573A962FA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4F34E8-18CD-7BFB-D4A2-DF038E44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C4267-6773-7C77-B303-0D348D97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88706-C73C-FE62-7F99-9F01BBE8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27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9D1D3-3978-EE90-BCC0-89AB199E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EE508A-7AB4-F52B-0AAA-2B14ABA4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5DAF0-1D4A-D8C1-1AAD-4A804C8FC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71EDE-C9C1-4298-82A3-B5440D932689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D5E73D-E96F-29B9-19A8-3C3E3C3E8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076141-D36B-4722-DFEA-559A30A6E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6935-FACB-4A3A-BDE9-DB7408163C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96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f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fif"/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AD794-4004-346F-F21A-F09D1FDF5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Architecture and attractions</a:t>
            </a:r>
            <a:br>
              <a:rPr lang="en-US"/>
            </a:br>
            <a:r>
              <a:rPr lang="en-US"/>
              <a:t>of</a:t>
            </a:r>
            <a:br>
              <a:rPr lang="en-US"/>
            </a:br>
            <a:r>
              <a:rPr lang="en-US"/>
              <a:t>Saint Petersburg</a:t>
            </a:r>
            <a:endParaRPr lang="de-DE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A8B4B0-2451-892C-C72C-DBA3225CE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/>
              <a:t>Egorov Danila</a:t>
            </a:r>
          </a:p>
          <a:p>
            <a:pPr algn="r"/>
            <a:r>
              <a:rPr lang="en-US"/>
              <a:t>Legotin Andrey</a:t>
            </a:r>
            <a:br>
              <a:rPr lang="en-US"/>
            </a:br>
            <a:r>
              <a:rPr lang="en-US"/>
              <a:t>gr. </a:t>
            </a:r>
            <a:r>
              <a:rPr lang="ru-RU"/>
              <a:t>№</a:t>
            </a:r>
            <a:r>
              <a:rPr lang="en-US"/>
              <a:t>124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853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Рисунок 6" descr="Изображение выглядит как на открытом воздухе, строительство, небо, облако&#10;&#10;Автоматически созданное описание">
            <a:extLst>
              <a:ext uri="{FF2B5EF4-FFF2-40B4-BE49-F238E27FC236}">
                <a16:creationId xmlns:a16="http://schemas.microsoft.com/office/drawing/2014/main" id="{74750B86-5947-DBE3-ABDA-76539DE477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8" b="3613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9223E-E039-3FEF-834E-933EEEBC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105156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96274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78EDDD3-C548-48EF-B3CA-B290B171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на открытом воздухе, облако, неб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A2777CAB-C38E-328F-C508-4285D8B1D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3" r="10758" b="-2"/>
          <a:stretch/>
        </p:blipFill>
        <p:spPr>
          <a:xfrm>
            <a:off x="196731" y="166533"/>
            <a:ext cx="3809612" cy="6524936"/>
          </a:xfrm>
          <a:prstGeom prst="rect">
            <a:avLst/>
          </a:prstGeom>
        </p:spPr>
      </p:pic>
      <p:pic>
        <p:nvPicPr>
          <p:cNvPr id="9" name="Рисунок 8" descr="Изображение выглядит как строительство, на открытом воздухе, дом, небо">
            <a:extLst>
              <a:ext uri="{FF2B5EF4-FFF2-40B4-BE49-F238E27FC236}">
                <a16:creationId xmlns:a16="http://schemas.microsoft.com/office/drawing/2014/main" id="{0A42B6AD-BDF5-829F-6DE6-A77CE1E705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9" r="12909"/>
          <a:stretch/>
        </p:blipFill>
        <p:spPr>
          <a:xfrm>
            <a:off x="8183346" y="166533"/>
            <a:ext cx="3822808" cy="3160653"/>
          </a:xfrm>
          <a:prstGeom prst="rect">
            <a:avLst/>
          </a:prstGeom>
        </p:spPr>
      </p:pic>
      <p:pic>
        <p:nvPicPr>
          <p:cNvPr id="2050" name="Picture 2" descr="Изображение выглядит как на открытом воздухе, строительство, дерево, окно&#10;&#10;Автоматически созданное описание">
            <a:extLst>
              <a:ext uri="{FF2B5EF4-FFF2-40B4-BE49-F238E27FC236}">
                <a16:creationId xmlns:a16="http://schemas.microsoft.com/office/drawing/2014/main" id="{0F99AC3C-2476-60EF-4095-D8469E8D92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78" b="1"/>
          <a:stretch/>
        </p:blipFill>
        <p:spPr bwMode="auto">
          <a:xfrm>
            <a:off x="8183346" y="3506741"/>
            <a:ext cx="3822808" cy="318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Объект 7" descr="Изображение выглядит как небо, строительство, на открытом воздухе, облако">
            <a:extLst>
              <a:ext uri="{FF2B5EF4-FFF2-40B4-BE49-F238E27FC236}">
                <a16:creationId xmlns:a16="http://schemas.microsoft.com/office/drawing/2014/main" id="{41D88D2D-9A8E-F14E-5C8C-882881EC7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584" y="534904"/>
            <a:ext cx="3790521" cy="5584563"/>
          </a:xfrm>
        </p:spPr>
      </p:pic>
    </p:spTree>
    <p:extLst>
      <p:ext uri="{BB962C8B-B14F-4D97-AF65-F5344CB8AC3E}">
        <p14:creationId xmlns:p14="http://schemas.microsoft.com/office/powerpoint/2010/main" val="298974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Объект 4" descr="Изображение выглядит как на открытом воздухе, небо, строительство, Дворец&#10;&#10;Автоматически созданное описание">
            <a:extLst>
              <a:ext uri="{FF2B5EF4-FFF2-40B4-BE49-F238E27FC236}">
                <a16:creationId xmlns:a16="http://schemas.microsoft.com/office/drawing/2014/main" id="{177BB14F-E47F-3F70-6F66-523581A57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r="1674" b="-3"/>
          <a:stretch/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облако, небо, на открытом воздухе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2C21DFB6-31F2-A1BE-1B1A-B5A2046AE3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9" r="14046" b="-3"/>
          <a:stretch/>
        </p:blipFill>
        <p:spPr>
          <a:xfrm>
            <a:off x="4184538" y="171716"/>
            <a:ext cx="3822924" cy="651456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облако, небо, на открытом воздухе, цветок&#10;&#10;Автоматически созданное описание">
            <a:extLst>
              <a:ext uri="{FF2B5EF4-FFF2-40B4-BE49-F238E27FC236}">
                <a16:creationId xmlns:a16="http://schemas.microsoft.com/office/drawing/2014/main" id="{1AC1C590-F82D-1D57-E38F-7097E974F4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6" r="16085" b="-3"/>
          <a:stretch/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5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Изображение выглядит как строительство, небо, облако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F0E219BF-D8D5-4835-EDCF-97BA2621C7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0" r="28299" b="1"/>
          <a:stretch/>
        </p:blipFill>
        <p:spPr bwMode="auto">
          <a:xfrm>
            <a:off x="187387" y="170014"/>
            <a:ext cx="3805676" cy="651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 descr="Изображение выглядит как на открытом воздухе, строительство, небо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0E508AA5-7891-AB9E-6C57-E54740F4B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7" r="11154" b="1"/>
          <a:stretch/>
        </p:blipFill>
        <p:spPr>
          <a:xfrm>
            <a:off x="4179224" y="170014"/>
            <a:ext cx="7825389" cy="651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4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на открытом воздухе, небо, вода, заход солнца&#10;&#10;Автоматически созданное описание">
            <a:extLst>
              <a:ext uri="{FF2B5EF4-FFF2-40B4-BE49-F238E27FC236}">
                <a16:creationId xmlns:a16="http://schemas.microsoft.com/office/drawing/2014/main" id="{7C185EE6-D195-7E41-6FBB-30B39F3DDD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9" b="4322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1A516-6E1D-FA61-DCDE-E69A92C6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Attractions</a:t>
            </a:r>
          </a:p>
        </p:txBody>
      </p:sp>
    </p:spTree>
    <p:extLst>
      <p:ext uri="{BB962C8B-B14F-4D97-AF65-F5344CB8AC3E}">
        <p14:creationId xmlns:p14="http://schemas.microsoft.com/office/powerpoint/2010/main" val="3157924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26">
            <a:extLst>
              <a:ext uri="{FF2B5EF4-FFF2-40B4-BE49-F238E27FC236}">
                <a16:creationId xmlns:a16="http://schemas.microsoft.com/office/drawing/2014/main" id="{F2B65841-E636-48E5-ADB7-98AF6921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828C8-D3CF-0CDD-9D1D-A594AC48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590" y="733650"/>
            <a:ext cx="10170623" cy="8958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Hermitage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DDF2944-9988-1B24-4B1A-1ED44F7C53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9" r="8895"/>
          <a:stretch/>
        </p:blipFill>
        <p:spPr bwMode="auto">
          <a:xfrm>
            <a:off x="52046" y="2363162"/>
            <a:ext cx="6002338" cy="424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облако, небо, на открытом воздухе, вода&#10;&#10;Автоматически созданное описание">
            <a:extLst>
              <a:ext uri="{FF2B5EF4-FFF2-40B4-BE49-F238E27FC236}">
                <a16:creationId xmlns:a16="http://schemas.microsoft.com/office/drawing/2014/main" id="{1DFCEBC4-0384-4782-A422-EA279B9AD2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0" r="-3" b="8575"/>
          <a:stretch/>
        </p:blipFill>
        <p:spPr>
          <a:xfrm>
            <a:off x="6137617" y="2363162"/>
            <a:ext cx="6008192" cy="42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2B65841-E636-48E5-ADB7-98AF6921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7D13D-AEB4-633F-1280-D3A640FA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163" y="498298"/>
            <a:ext cx="10170623" cy="8958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Palace Square</a:t>
            </a:r>
          </a:p>
        </p:txBody>
      </p:sp>
      <p:pic>
        <p:nvPicPr>
          <p:cNvPr id="5" name="Объект 4" descr="Изображение выглядит как строительство, небо, на открытом воздухе, памятник&#10;&#10;Автоматически созданное описание">
            <a:extLst>
              <a:ext uri="{FF2B5EF4-FFF2-40B4-BE49-F238E27FC236}">
                <a16:creationId xmlns:a16="http://schemas.microsoft.com/office/drawing/2014/main" id="{4BAEB60D-77C2-2ACC-08F7-CE962C7B0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05" r="1" b="16469"/>
          <a:stretch/>
        </p:blipFill>
        <p:spPr>
          <a:xfrm>
            <a:off x="-3051" y="2788323"/>
            <a:ext cx="6002338" cy="4243760"/>
          </a:xfrm>
          <a:prstGeom prst="rect">
            <a:avLst/>
          </a:prstGeom>
        </p:spPr>
      </p:pic>
      <p:pic>
        <p:nvPicPr>
          <p:cNvPr id="7" name="Рисунок 6" descr="Изображение выглядит как на открытом воздухе, небо, статуя, скульптура&#10;&#10;Автоматически созданное описание">
            <a:extLst>
              <a:ext uri="{FF2B5EF4-FFF2-40B4-BE49-F238E27FC236}">
                <a16:creationId xmlns:a16="http://schemas.microsoft.com/office/drawing/2014/main" id="{1F5DB8CD-D431-BAB8-0A00-D379B9F39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6" r="-3" b="17269"/>
          <a:stretch/>
        </p:blipFill>
        <p:spPr>
          <a:xfrm>
            <a:off x="6192715" y="2788323"/>
            <a:ext cx="6008192" cy="42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6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9" name="Rectangle 615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C64D2-E3F2-E0BE-14A9-92A15F89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St. Isaac 's Cathedral</a:t>
            </a:r>
          </a:p>
        </p:txBody>
      </p:sp>
      <p:pic>
        <p:nvPicPr>
          <p:cNvPr id="7" name="Рисунок 6" descr="Изображение выглядит как на открытом воздухе, небо, облако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BC94BE42-2394-823F-0276-3A4D1B13D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4" y="2340309"/>
            <a:ext cx="3157831" cy="4210441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2470130-FC3A-D667-D5BD-8A668C0B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5893" y="2897659"/>
            <a:ext cx="4197613" cy="309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Объект 11" descr="Изображение выглядит как облако, строительство, на открытом воздухе, пейзаж&#10;&#10;Автоматически созданное описание">
            <a:extLst>
              <a:ext uri="{FF2B5EF4-FFF2-40B4-BE49-F238E27FC236}">
                <a16:creationId xmlns:a16="http://schemas.microsoft.com/office/drawing/2014/main" id="{1D6D0A4A-8E44-8B69-A05E-1AAD23D21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820" y="2340308"/>
            <a:ext cx="3368352" cy="4210441"/>
          </a:xfrm>
        </p:spPr>
      </p:pic>
    </p:spTree>
    <p:extLst>
      <p:ext uri="{BB962C8B-B14F-4D97-AF65-F5344CB8AC3E}">
        <p14:creationId xmlns:p14="http://schemas.microsoft.com/office/powerpoint/2010/main" val="189584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245A0-EF2A-46FE-AC09-8CD34B19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0B0BF-6C01-2A90-DA8A-F6F81DB4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1345"/>
            <a:ext cx="6151654" cy="14880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Kazan Cathedral</a:t>
            </a:r>
          </a:p>
        </p:txBody>
      </p:sp>
      <p:pic>
        <p:nvPicPr>
          <p:cNvPr id="7" name="Рисунок 6" descr="Изображение выглядит как облако, на открытом воздухе, небо, Городской район&#10;&#10;Автоматически созданное описание">
            <a:extLst>
              <a:ext uri="{FF2B5EF4-FFF2-40B4-BE49-F238E27FC236}">
                <a16:creationId xmlns:a16="http://schemas.microsoft.com/office/drawing/2014/main" id="{2079203E-5B73-7AD6-19E4-39723E72E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1" r="-2" b="25111"/>
          <a:stretch/>
        </p:blipFill>
        <p:spPr>
          <a:xfrm>
            <a:off x="176057" y="1845426"/>
            <a:ext cx="6827770" cy="4283668"/>
          </a:xfrm>
          <a:prstGeom prst="rect">
            <a:avLst/>
          </a:prstGeom>
        </p:spPr>
      </p:pic>
      <p:pic>
        <p:nvPicPr>
          <p:cNvPr id="5" name="Объект 4" descr="Изображение выглядит как небо, строительство, ориентир, город&#10;&#10;Автоматически созданное описание">
            <a:extLst>
              <a:ext uri="{FF2B5EF4-FFF2-40B4-BE49-F238E27FC236}">
                <a16:creationId xmlns:a16="http://schemas.microsoft.com/office/drawing/2014/main" id="{A9717645-520D-D35A-497B-C3A68764B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7" r="1" b="1"/>
          <a:stretch/>
        </p:blipFill>
        <p:spPr>
          <a:xfrm>
            <a:off x="7179884" y="1845426"/>
            <a:ext cx="4810209" cy="428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6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245A0-EF2A-46FE-AC09-8CD34B19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DC700-64E6-16E9-CE39-EFB9A1C0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1345"/>
            <a:ext cx="6151654" cy="14880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Church of the Savior on Spilled Blood</a:t>
            </a:r>
          </a:p>
        </p:txBody>
      </p:sp>
      <p:pic>
        <p:nvPicPr>
          <p:cNvPr id="7" name="Рисунок 6" descr="Изображение выглядит как на открытом воздухе, небо, облак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D7448D06-46A5-D725-3442-9C415BFF5D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8" r="-2" b="21582"/>
          <a:stretch/>
        </p:blipFill>
        <p:spPr>
          <a:xfrm>
            <a:off x="176057" y="1845426"/>
            <a:ext cx="6827770" cy="4283668"/>
          </a:xfrm>
          <a:prstGeom prst="rect">
            <a:avLst/>
          </a:prstGeom>
        </p:spPr>
      </p:pic>
      <p:pic>
        <p:nvPicPr>
          <p:cNvPr id="14" name="Объект 13" descr="Изображение выглядит как небо, на открытом воздухе, место поклонения, строительство">
            <a:extLst>
              <a:ext uri="{FF2B5EF4-FFF2-40B4-BE49-F238E27FC236}">
                <a16:creationId xmlns:a16="http://schemas.microsoft.com/office/drawing/2014/main" id="{F18BEB92-4138-A596-7D49-08CF3CFBF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481" y="404567"/>
            <a:ext cx="4173916" cy="6260875"/>
          </a:xfrm>
        </p:spPr>
      </p:pic>
    </p:spTree>
    <p:extLst>
      <p:ext uri="{BB962C8B-B14F-4D97-AF65-F5344CB8AC3E}">
        <p14:creationId xmlns:p14="http://schemas.microsoft.com/office/powerpoint/2010/main" val="19135092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</Words>
  <Application>Microsoft Office PowerPoint</Application>
  <PresentationFormat>Широкоэкранный</PresentationFormat>
  <Paragraphs>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Architecture and attractions of Saint Petersburg</vt:lpstr>
      <vt:lpstr>Architecture</vt:lpstr>
      <vt:lpstr>Презентация PowerPoint</vt:lpstr>
      <vt:lpstr>Презентация PowerPoint</vt:lpstr>
      <vt:lpstr>Презентация PowerPoint</vt:lpstr>
      <vt:lpstr>Attractions</vt:lpstr>
      <vt:lpstr>Hermitage</vt:lpstr>
      <vt:lpstr>Palace Square</vt:lpstr>
      <vt:lpstr>St. Isaac 's Cathedral</vt:lpstr>
      <vt:lpstr>Kazan Cathedral</vt:lpstr>
      <vt:lpstr>Church of the Savior on Spilled Blood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and attractions of Saint Petersburg</dc:title>
  <dc:creator>Леготин Андрей Александрович</dc:creator>
  <cp:lastModifiedBy>Леготин Андрей Александрович</cp:lastModifiedBy>
  <cp:revision>2</cp:revision>
  <dcterms:created xsi:type="dcterms:W3CDTF">2023-05-15T19:17:37Z</dcterms:created>
  <dcterms:modified xsi:type="dcterms:W3CDTF">2023-05-15T20:23:02Z</dcterms:modified>
</cp:coreProperties>
</file>