
<file path=[Content_Types].xml><?xml version="1.0" encoding="utf-8"?>
<Types xmlns="http://schemas.openxmlformats.org/package/2006/content-types">
  <Default Extension="" ContentType="image/jpeg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108" d="100"/>
          <a:sy n="108" d="100"/>
        </p:scale>
        <p:origin x="-180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9BAE10-EB2B-3084-95AB-97B22A813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1C35EF5-F1D5-CA7D-8527-5EA91EA07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C295DE-5FE2-DF71-04FD-1D0F3A5B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FF4DEB-D9C9-17DD-BD99-D8428C937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CD4AD1-C078-ED86-FEDC-D7DE67EEF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1199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342E0C-D2BE-E475-3588-8FC8A1ABB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60D93B-C105-C09C-C085-991892E7E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5BC9D2-DF46-035F-7A31-B14A46211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FB859E-8D1A-B12C-922D-03C809E19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7F0238-32C4-E9C4-8EF2-2022EA25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9688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C02CA-C9C9-1E01-59FE-A6F3F1E5A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680E77-244B-D700-DF21-35F10B868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E35FA5-B2E0-8CFB-A0C8-256D883EB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C43D14-7950-3514-5F84-22E386094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0A349F-9721-85BC-21CE-57256A948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111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DB9500-4396-106D-DEDF-6FC4771EA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29BBF7-33D7-6D2C-761E-ADA5A90FE1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2A7712-E769-D2AA-5204-C64D1FF5B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09E2C8-E009-FD0B-46C6-CA65BB02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EC45B3-A7D7-F0BB-3BCA-990534503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F0A8E9-81A4-3D9F-AD72-84C487CDB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59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F1A83F-A0F3-9FD1-7F2C-C0EAD67EE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A38C7C-8CAB-F433-D952-DA7C76A07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257EC4-CAC5-C0E6-999C-D2AD6FF1D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B5B2E3-BF70-7D11-B094-CFBE5B5A35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5B77CBE-7DA5-D4E6-E702-80B3240F5B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BEB6116-02AC-A3C0-E9D7-5345FFD15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E200CC6-4B57-734A-9263-04DF22C9B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363FA21-977F-CC91-68EF-5B389C606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7831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315256-5EB8-5419-BA1B-A8897AFF7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1F400ED-72C4-544F-D2F8-A2F85671B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6C7CFD5-CE33-DEB2-4072-DB4B399B9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8F365CC-F8F5-6C97-C4EA-F54F5B496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7489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B247826-A705-36F7-DC47-A5B99303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89494C9-82AF-961E-2640-EEA5B0EDB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BD2574-58A1-BC95-524B-6ECFA9CC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5295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3F2B54-4B23-DBF5-6A93-9ED395BC8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8A804E-1E91-2881-6B56-557333167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8C111C-6DAC-F873-8DD9-272BA08DF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0A9BAF-C227-E26C-0842-0C1D87CBD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76A886-C3F6-46B2-976F-C4CA7BA0F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B90EAB-E740-7F64-D92B-67C1AA9A4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4738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1526BD-DD46-7A3E-7807-A52CFE051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024414C-2E12-8F01-4278-0F08BD8BD8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1CA9B9B-DBB1-9DA8-F1EE-FC7EAB1EE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793E03-3E01-9DD9-12C0-FDB071A20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ED43AD-1E90-2479-C3C1-100453053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AF280B-CB80-F5C7-FEF9-F0A608FA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0556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3A1F60-3BE6-4F0D-EEA5-51372466F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968143-4412-DE56-D470-42417983D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01AF24-2689-5DA5-CC74-DE241ADEA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5E52C8-EB33-7939-4AD0-FE4EF8155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942CD2-0DB7-BE2B-2484-7AAD721C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7155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961A752-788E-5614-2812-D628497050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600EF6-8ABC-1718-7E12-573A962FA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4F34E8-18CD-7BFB-D4A2-DF038E443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DC4267-6773-7C77-B303-0D348D970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A88706-C73C-FE62-7F99-9F01BBE8F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6272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99D1D3-3978-EE90-BCC0-89AB199E2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EE508A-7AB4-F52B-0AAA-2B14ABA47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A5DAF0-1D4A-D8C1-1AAD-4A804C8FC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D5E73D-E96F-29B9-19A8-3C3E3C3E83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076141-D36B-4722-DFEA-559A30A6E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196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fif"/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fif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fif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fif"/><Relationship Id="rId2" Type="http://schemas.openxmlformats.org/officeDocument/2006/relationships/image" Target="../media/image14.jf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"/><Relationship Id="rId2" Type="http://schemas.openxmlformats.org/officeDocument/2006/relationships/image" Target="../media/image16.jf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fi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fif"/><Relationship Id="rId2" Type="http://schemas.openxmlformats.org/officeDocument/2006/relationships/image" Target="../media/image21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1AD794-4004-346F-F21A-F09D1FDF5A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Architecture and attractions</a:t>
            </a:r>
            <a:br>
              <a:rPr lang="en-US"/>
            </a:br>
            <a:r>
              <a:rPr lang="en-US"/>
              <a:t>of</a:t>
            </a:r>
            <a:br>
              <a:rPr lang="en-US"/>
            </a:br>
            <a:r>
              <a:rPr lang="en-US"/>
              <a:t>Saint Petersburg</a:t>
            </a:r>
            <a:endParaRPr lang="de-DE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A8B4B0-2451-892C-C72C-DBA3225CEA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/>
              <a:t>Egorov Danila</a:t>
            </a:r>
          </a:p>
          <a:p>
            <a:pPr algn="r"/>
            <a:r>
              <a:rPr lang="en-US"/>
              <a:t>Legotin Andrey</a:t>
            </a:r>
            <a:br>
              <a:rPr lang="en-US"/>
            </a:br>
            <a:r>
              <a:rPr lang="en-US"/>
              <a:t>gr. </a:t>
            </a:r>
            <a:r>
              <a:rPr lang="ru-RU"/>
              <a:t>№</a:t>
            </a:r>
            <a:r>
              <a:rPr lang="en-US"/>
              <a:t>124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8533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Рисунок 6" descr="Изображение выглядит как на открытом воздухе, строительство, небо, облако&#10;&#10;Автоматически созданное описание">
            <a:extLst>
              <a:ext uri="{FF2B5EF4-FFF2-40B4-BE49-F238E27FC236}">
                <a16:creationId xmlns:a16="http://schemas.microsoft.com/office/drawing/2014/main" id="{74750B86-5947-DBE3-ABDA-76539DE477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68" b="36132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79223E-E039-3FEF-834E-933EEEBC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2362"/>
            <a:ext cx="105156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1962743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B78EDDD3-C548-48EF-B3CA-B290B1719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Рисунок 6" descr="Изображение выглядит как на открытом воздухе, облако, небо, строительство&#10;&#10;Автоматически созданное описание">
            <a:extLst>
              <a:ext uri="{FF2B5EF4-FFF2-40B4-BE49-F238E27FC236}">
                <a16:creationId xmlns:a16="http://schemas.microsoft.com/office/drawing/2014/main" id="{A2777CAB-C38E-328F-C508-4285D8B1D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3" r="10758" b="-2"/>
          <a:stretch/>
        </p:blipFill>
        <p:spPr>
          <a:xfrm>
            <a:off x="196731" y="166533"/>
            <a:ext cx="3809612" cy="6524936"/>
          </a:xfrm>
          <a:prstGeom prst="rect">
            <a:avLst/>
          </a:prstGeom>
        </p:spPr>
      </p:pic>
      <p:pic>
        <p:nvPicPr>
          <p:cNvPr id="5" name="Рисунок 4" descr="Изображение выглядит как небо, строительство, на открытом воздухе, облако&#10;&#10;Автоматически созданное описание">
            <a:extLst>
              <a:ext uri="{FF2B5EF4-FFF2-40B4-BE49-F238E27FC236}">
                <a16:creationId xmlns:a16="http://schemas.microsoft.com/office/drawing/2014/main" id="{6D3E970B-3217-9382-0D60-0B10BECA7F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3" r="10335" b="-2"/>
          <a:stretch/>
        </p:blipFill>
        <p:spPr>
          <a:xfrm>
            <a:off x="4196497" y="166533"/>
            <a:ext cx="3797618" cy="6524936"/>
          </a:xfrm>
          <a:prstGeom prst="rect">
            <a:avLst/>
          </a:prstGeom>
        </p:spPr>
      </p:pic>
      <p:pic>
        <p:nvPicPr>
          <p:cNvPr id="9" name="Рисунок 8" descr="Изображение выглядит как строительство, на открытом воздухе, дом, небо">
            <a:extLst>
              <a:ext uri="{FF2B5EF4-FFF2-40B4-BE49-F238E27FC236}">
                <a16:creationId xmlns:a16="http://schemas.microsoft.com/office/drawing/2014/main" id="{0A42B6AD-BDF5-829F-6DE6-A77CE1E7052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9" r="12909"/>
          <a:stretch/>
        </p:blipFill>
        <p:spPr>
          <a:xfrm>
            <a:off x="8183346" y="166533"/>
            <a:ext cx="3822808" cy="3160653"/>
          </a:xfrm>
          <a:prstGeom prst="rect">
            <a:avLst/>
          </a:prstGeom>
        </p:spPr>
      </p:pic>
      <p:pic>
        <p:nvPicPr>
          <p:cNvPr id="2050" name="Picture 2" descr="Изображение выглядит как на открытом воздухе, строительство, дерево, окно&#10;&#10;Автоматически созданное описание">
            <a:extLst>
              <a:ext uri="{FF2B5EF4-FFF2-40B4-BE49-F238E27FC236}">
                <a16:creationId xmlns:a16="http://schemas.microsoft.com/office/drawing/2014/main" id="{0F99AC3C-2476-60EF-4095-D8469E8D92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578" b="1"/>
          <a:stretch/>
        </p:blipFill>
        <p:spPr bwMode="auto">
          <a:xfrm>
            <a:off x="8183346" y="3506741"/>
            <a:ext cx="3822808" cy="3184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9743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F7B9026-36AD-42E4-B172-8D68F3A33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Объект 4" descr="Изображение выглядит как на открытом воздухе, небо, строительство, Дворец&#10;&#10;Автоматически созданное описание">
            <a:extLst>
              <a:ext uri="{FF2B5EF4-FFF2-40B4-BE49-F238E27FC236}">
                <a16:creationId xmlns:a16="http://schemas.microsoft.com/office/drawing/2014/main" id="{177BB14F-E47F-3F70-6F66-523581A57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2" r="1674" b="-3"/>
          <a:stretch/>
        </p:blipFill>
        <p:spPr>
          <a:xfrm>
            <a:off x="192528" y="171716"/>
            <a:ext cx="3793268" cy="6514565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облако, небо, на открытом воздухе, строительство&#10;&#10;Автоматически созданное описание">
            <a:extLst>
              <a:ext uri="{FF2B5EF4-FFF2-40B4-BE49-F238E27FC236}">
                <a16:creationId xmlns:a16="http://schemas.microsoft.com/office/drawing/2014/main" id="{2C21DFB6-31F2-A1BE-1B1A-B5A2046AE3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9" r="14046" b="-3"/>
          <a:stretch/>
        </p:blipFill>
        <p:spPr>
          <a:xfrm>
            <a:off x="4184538" y="171716"/>
            <a:ext cx="3822924" cy="651456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облако, небо, на открытом воздухе, цветок&#10;&#10;Автоматически созданное описание">
            <a:extLst>
              <a:ext uri="{FF2B5EF4-FFF2-40B4-BE49-F238E27FC236}">
                <a16:creationId xmlns:a16="http://schemas.microsoft.com/office/drawing/2014/main" id="{1AC1C590-F82D-1D57-E38F-7097E974F42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96" r="16085" b="-3"/>
          <a:stretch/>
        </p:blipFill>
        <p:spPr>
          <a:xfrm>
            <a:off x="8188032" y="171716"/>
            <a:ext cx="3799007" cy="651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51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074" name="Picture 2" descr="Изображение выглядит как строительство, небо, облако, на открытом воздухе&#10;&#10;Автоматически созданное описание">
            <a:extLst>
              <a:ext uri="{FF2B5EF4-FFF2-40B4-BE49-F238E27FC236}">
                <a16:creationId xmlns:a16="http://schemas.microsoft.com/office/drawing/2014/main" id="{F0E219BF-D8D5-4835-EDCF-97BA2621C7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00" r="28299" b="1"/>
          <a:stretch/>
        </p:blipFill>
        <p:spPr bwMode="auto">
          <a:xfrm>
            <a:off x="187387" y="170014"/>
            <a:ext cx="3805676" cy="651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Объект 4" descr="Изображение выглядит как на открытом воздухе, строительство, небо, город&#10;&#10;Автоматически созданное описание">
            <a:extLst>
              <a:ext uri="{FF2B5EF4-FFF2-40B4-BE49-F238E27FC236}">
                <a16:creationId xmlns:a16="http://schemas.microsoft.com/office/drawing/2014/main" id="{0E508AA5-7891-AB9E-6C57-E54740F4BC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7" r="11154" b="1"/>
          <a:stretch/>
        </p:blipFill>
        <p:spPr>
          <a:xfrm>
            <a:off x="4179224" y="170014"/>
            <a:ext cx="7825389" cy="651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041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на открытом воздухе, небо, вода, заход солнца&#10;&#10;Автоматически созданное описание">
            <a:extLst>
              <a:ext uri="{FF2B5EF4-FFF2-40B4-BE49-F238E27FC236}">
                <a16:creationId xmlns:a16="http://schemas.microsoft.com/office/drawing/2014/main" id="{7C185EE6-D195-7E41-6FBB-30B39F3DDD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79" b="43221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91A516-6E1D-FA61-DCDE-E69A92C6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Attractions</a:t>
            </a:r>
          </a:p>
        </p:txBody>
      </p:sp>
    </p:spTree>
    <p:extLst>
      <p:ext uri="{BB962C8B-B14F-4D97-AF65-F5344CB8AC3E}">
        <p14:creationId xmlns:p14="http://schemas.microsoft.com/office/powerpoint/2010/main" val="31579246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1" name="Rectangle 5126">
            <a:extLst>
              <a:ext uri="{FF2B5EF4-FFF2-40B4-BE49-F238E27FC236}">
                <a16:creationId xmlns:a16="http://schemas.microsoft.com/office/drawing/2014/main" id="{F2B65841-E636-48E5-ADB7-98AF6921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828C8-D3CF-0CDD-9D1D-A594AC482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590" y="733650"/>
            <a:ext cx="10170623" cy="8958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Hermitage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DDF2944-9988-1B24-4B1A-1ED44F7C53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9" r="8895"/>
          <a:stretch/>
        </p:blipFill>
        <p:spPr bwMode="auto">
          <a:xfrm>
            <a:off x="52046" y="2363162"/>
            <a:ext cx="6002338" cy="424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 descr="Изображение выглядит как облако, небо, на открытом воздухе, вода&#10;&#10;Автоматически созданное описание">
            <a:extLst>
              <a:ext uri="{FF2B5EF4-FFF2-40B4-BE49-F238E27FC236}">
                <a16:creationId xmlns:a16="http://schemas.microsoft.com/office/drawing/2014/main" id="{1DFCEBC4-0384-4782-A422-EA279B9AD2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90" r="-3" b="8575"/>
          <a:stretch/>
        </p:blipFill>
        <p:spPr>
          <a:xfrm>
            <a:off x="6137617" y="2363162"/>
            <a:ext cx="6008192" cy="424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79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2B65841-E636-48E5-ADB7-98AF6921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67D13D-AEB4-633F-1280-D3A640FAF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163" y="498298"/>
            <a:ext cx="10170623" cy="8958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Palace Square</a:t>
            </a:r>
          </a:p>
        </p:txBody>
      </p:sp>
      <p:pic>
        <p:nvPicPr>
          <p:cNvPr id="5" name="Объект 4" descr="Изображение выглядит как строительство, небо, на открытом воздухе, памятник&#10;&#10;Автоматически созданное описание">
            <a:extLst>
              <a:ext uri="{FF2B5EF4-FFF2-40B4-BE49-F238E27FC236}">
                <a16:creationId xmlns:a16="http://schemas.microsoft.com/office/drawing/2014/main" id="{4BAEB60D-77C2-2ACC-08F7-CE962C7B0B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05" r="1" b="16469"/>
          <a:stretch/>
        </p:blipFill>
        <p:spPr>
          <a:xfrm>
            <a:off x="-3051" y="2788323"/>
            <a:ext cx="6002338" cy="4243760"/>
          </a:xfrm>
          <a:prstGeom prst="rect">
            <a:avLst/>
          </a:prstGeom>
        </p:spPr>
      </p:pic>
      <p:pic>
        <p:nvPicPr>
          <p:cNvPr id="7" name="Рисунок 6" descr="Изображение выглядит как на открытом воздухе, небо, статуя, скульптура&#10;&#10;Автоматически созданное описание">
            <a:extLst>
              <a:ext uri="{FF2B5EF4-FFF2-40B4-BE49-F238E27FC236}">
                <a16:creationId xmlns:a16="http://schemas.microsoft.com/office/drawing/2014/main" id="{1F5DB8CD-D431-BAB8-0A00-D379B9F392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96" r="-3" b="17269"/>
          <a:stretch/>
        </p:blipFill>
        <p:spPr>
          <a:xfrm>
            <a:off x="6192715" y="2788323"/>
            <a:ext cx="6008192" cy="424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64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9" name="Rectangle 6150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0C64D2-E3F2-E0BE-14A9-92A15F896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10515600" cy="20570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St. Isaac 's Cathedral</a:t>
            </a:r>
          </a:p>
        </p:txBody>
      </p:sp>
      <p:pic>
        <p:nvPicPr>
          <p:cNvPr id="7" name="Рисунок 6" descr="Изображение выглядит как на открытом воздухе, небо, облако, город&#10;&#10;Автоматически созданное описание">
            <a:extLst>
              <a:ext uri="{FF2B5EF4-FFF2-40B4-BE49-F238E27FC236}">
                <a16:creationId xmlns:a16="http://schemas.microsoft.com/office/drawing/2014/main" id="{BC94BE42-2394-823F-0276-3A4D1B13D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94" y="2340309"/>
            <a:ext cx="3157831" cy="4210441"/>
          </a:xfrm>
          <a:prstGeom prst="rect">
            <a:avLst/>
          </a:prstGeom>
        </p:spPr>
      </p:pic>
      <p:pic>
        <p:nvPicPr>
          <p:cNvPr id="5" name="Объект 4" descr="Изображение выглядит как облако, строительство, на открытом воздухе, пейзаж&#10;&#10;Автоматически созданное описание">
            <a:extLst>
              <a:ext uri="{FF2B5EF4-FFF2-40B4-BE49-F238E27FC236}">
                <a16:creationId xmlns:a16="http://schemas.microsoft.com/office/drawing/2014/main" id="{F69D5CF8-0255-B325-25BC-8EA943AFFA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820" y="2340309"/>
            <a:ext cx="3368353" cy="4210441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12470130-FC3A-D667-D5BD-8A668C0B5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31668" y="2876365"/>
            <a:ext cx="4197613" cy="3095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5848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79245A0-EF2A-46FE-AC09-8CD34B197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0B0BF-6C01-2A90-DA8A-F6F81DB43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1345"/>
            <a:ext cx="6151654" cy="14880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Kazan Cathedral</a:t>
            </a:r>
          </a:p>
        </p:txBody>
      </p:sp>
      <p:pic>
        <p:nvPicPr>
          <p:cNvPr id="7" name="Рисунок 6" descr="Изображение выглядит как облако, на открытом воздухе, небо, Городской район&#10;&#10;Автоматически созданное описание">
            <a:extLst>
              <a:ext uri="{FF2B5EF4-FFF2-40B4-BE49-F238E27FC236}">
                <a16:creationId xmlns:a16="http://schemas.microsoft.com/office/drawing/2014/main" id="{2079203E-5B73-7AD6-19E4-39723E72EB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31" r="-2" b="25111"/>
          <a:stretch/>
        </p:blipFill>
        <p:spPr>
          <a:xfrm>
            <a:off x="176057" y="1845426"/>
            <a:ext cx="6827770" cy="4283668"/>
          </a:xfrm>
          <a:prstGeom prst="rect">
            <a:avLst/>
          </a:prstGeom>
        </p:spPr>
      </p:pic>
      <p:pic>
        <p:nvPicPr>
          <p:cNvPr id="5" name="Объект 4" descr="Изображение выглядит как небо, строительство, ориентир, город&#10;&#10;Автоматически созданное описание">
            <a:extLst>
              <a:ext uri="{FF2B5EF4-FFF2-40B4-BE49-F238E27FC236}">
                <a16:creationId xmlns:a16="http://schemas.microsoft.com/office/drawing/2014/main" id="{A9717645-520D-D35A-497B-C3A68764B3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7" r="1" b="1"/>
          <a:stretch/>
        </p:blipFill>
        <p:spPr>
          <a:xfrm>
            <a:off x="7179884" y="1845426"/>
            <a:ext cx="4810209" cy="428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66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79245A0-EF2A-46FE-AC09-8CD34B197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6DC700-64E6-16E9-CE39-EFB9A1C0D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1345"/>
            <a:ext cx="6151654" cy="14880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Church of the Savior on Spilled Blood</a:t>
            </a:r>
          </a:p>
        </p:txBody>
      </p:sp>
      <p:pic>
        <p:nvPicPr>
          <p:cNvPr id="7" name="Рисунок 6" descr="Изображение выглядит как на открытом воздухе, небо, облако, строительство&#10;&#10;Автоматически созданное описание">
            <a:extLst>
              <a:ext uri="{FF2B5EF4-FFF2-40B4-BE49-F238E27FC236}">
                <a16:creationId xmlns:a16="http://schemas.microsoft.com/office/drawing/2014/main" id="{D7448D06-46A5-D725-3442-9C415BFF5D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78" r="-2" b="21582"/>
          <a:stretch/>
        </p:blipFill>
        <p:spPr>
          <a:xfrm>
            <a:off x="176057" y="1845426"/>
            <a:ext cx="6827770" cy="4283668"/>
          </a:xfrm>
          <a:prstGeom prst="rect">
            <a:avLst/>
          </a:prstGeom>
        </p:spPr>
      </p:pic>
      <p:pic>
        <p:nvPicPr>
          <p:cNvPr id="14" name="Объект 13" descr="Изображение выглядит как небо, на открытом воздухе, место поклонения, строительство">
            <a:extLst>
              <a:ext uri="{FF2B5EF4-FFF2-40B4-BE49-F238E27FC236}">
                <a16:creationId xmlns:a16="http://schemas.microsoft.com/office/drawing/2014/main" id="{F18BEB92-4138-A596-7D49-08CF3CFBFF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481" y="404567"/>
            <a:ext cx="4173916" cy="6260875"/>
          </a:xfrm>
        </p:spPr>
      </p:pic>
    </p:spTree>
    <p:extLst>
      <p:ext uri="{BB962C8B-B14F-4D97-AF65-F5344CB8AC3E}">
        <p14:creationId xmlns:p14="http://schemas.microsoft.com/office/powerpoint/2010/main" val="19135092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</Words>
  <Application>Microsoft Office PowerPoint</Application>
  <PresentationFormat>Широкоэкранный</PresentationFormat>
  <Paragraphs>10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Architecture and attractions of Saint Petersburg</vt:lpstr>
      <vt:lpstr>Architecture</vt:lpstr>
      <vt:lpstr>Презентация PowerPoint</vt:lpstr>
      <vt:lpstr>Презентация PowerPoint</vt:lpstr>
      <vt:lpstr>Презентация PowerPoint</vt:lpstr>
      <vt:lpstr>Attractions</vt:lpstr>
      <vt:lpstr>Hermitage</vt:lpstr>
      <vt:lpstr>Palace Square</vt:lpstr>
      <vt:lpstr>St. Isaac 's Cathedral</vt:lpstr>
      <vt:lpstr>Kazan Cathedral</vt:lpstr>
      <vt:lpstr>Church of the Savior on Spilled Blood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and attractions of Saint Petersburg</dc:title>
  <dc:creator>Леготин Андрей Александрович</dc:creator>
  <cp:lastModifiedBy>Леготин Андрей Александрович</cp:lastModifiedBy>
  <cp:revision>1</cp:revision>
  <dcterms:created xsi:type="dcterms:W3CDTF">2023-05-15T19:17:37Z</dcterms:created>
  <dcterms:modified xsi:type="dcterms:W3CDTF">2023-05-15T20:18:57Z</dcterms:modified>
</cp:coreProperties>
</file>